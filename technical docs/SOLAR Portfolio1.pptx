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58" r:id="rId5"/>
    <p:sldId id="264" r:id="rId6"/>
    <p:sldId id="260" r:id="rId7"/>
    <p:sldId id="259" r:id="rId8"/>
    <p:sldId id="261" r:id="rId9"/>
    <p:sldId id="262" r:id="rId10"/>
    <p:sldId id="263" r:id="rId11"/>
    <p:sldId id="267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322580" y="440055"/>
            <a:ext cx="10962640" cy="748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4400">
                <a:latin typeface="Arial" panose="020B0604020202020204" pitchFamily="34" charset="0"/>
                <a:cs typeface="Arial" panose="020B0604020202020204" pitchFamily="34" charset="0"/>
              </a:rPr>
              <a:t>Solar-Powered Irrigation System Portfolio</a:t>
            </a:r>
            <a:endParaRPr lang="en-US" altLang="en-US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39420" y="1282065"/>
            <a:ext cx="11751945" cy="15144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no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Design and Simulation of a Solar-Powered Irrigation System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SAMSON GACHIE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February 2026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22580" y="3180715"/>
            <a:ext cx="11870055" cy="333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  <a:endParaRPr lang="en-US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This project focuses on designing a solar-powered irrigation system to pump water from a borehole using renewable energy. The system was simulated in PVsyst, and a Single Line Diagram (SLD) was developed in AutoCAD to illustrate the electrical connections and components. Key outcomes include optimal PV array sizing, pump specifications, and a feasible design suitable for sustainable irrigation.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96950" y="821055"/>
            <a:ext cx="10730230" cy="558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System Specifications &amp; Components</a:t>
            </a:r>
            <a:endParaRPr lang="en-US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The design utilizes high-efficiency monocrystalline modules and a specialized DC pumping configuration: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PV Array: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3 x Yangzhou Tianhua 150Wp Si-mono panels (450Wp total).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Mounting: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Fixed plane with an 11</a:t>
            </a:r>
            <a:r>
              <a:rPr lang="" altLang="en-US" sz="2400"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tilt and South-facing orientation for optimized yield.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Pumping Unit: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600W, 64V DC submersible borehole pump.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Storage: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15,000-liter water storage tank.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Control &amp; Protection: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MPPT Universal Solar Controller and a dedicated DC Combiner Box with integrated fuses and isolators.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748030"/>
            <a:ext cx="10730230" cy="59391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47395" y="267970"/>
            <a:ext cx="4237990" cy="4800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Single Line Diagram 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54635" y="276860"/>
            <a:ext cx="5027295" cy="6303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Introduction</a:t>
            </a:r>
            <a:endParaRPr lang="en-US" altLang="en-US" sz="2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Many farmers rely on grid electricity or diesel pumps, which are costly and environmentally unfriendly. Solar energy provides a sustainable alternative.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Project Objective: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To design a solar PV system capable of efficiently pumping water from a borehole for irrigation.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Scope: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System design, simulation in PVsyst, and creation of SLD for electrical planning.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488940" y="276860"/>
            <a:ext cx="6536055" cy="6304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Components and Specifications:</a:t>
            </a:r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PV Panels: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Yanghzou Tinhua Si-mono 150w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Number of panels: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Tilt angle: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11°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Orientation: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South-facing 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Pump: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Submersible borehole pump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Flow rate: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[5m</a:t>
            </a:r>
            <a:r>
              <a:rPr lang="en-US" altLang="en-US" sz="2400" baseline="30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/min]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Head: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[8m]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Efficiency: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[46.3%]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Controller/Inverter: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MPPT solar controller for optimal energy usage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Protection &amp; Wiring: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Fuses, isolators, cable sizing according to system load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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945" y="657225"/>
            <a:ext cx="10136505" cy="60534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44550" y="288925"/>
            <a:ext cx="4110355" cy="460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Shading Losses in PVsyst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660" y="840740"/>
            <a:ext cx="10883900" cy="578421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54660" y="380365"/>
            <a:ext cx="4391660" cy="4603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System Characteristics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515" y="840740"/>
            <a:ext cx="10567670" cy="57556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89280" y="380365"/>
            <a:ext cx="3568700" cy="4603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Simulation Results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45" y="699770"/>
            <a:ext cx="11412855" cy="58883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61010" y="188595"/>
            <a:ext cx="3155315" cy="5111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System Losses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530" y="925830"/>
            <a:ext cx="11313795" cy="57562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03530" y="333375"/>
            <a:ext cx="4064000" cy="4959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Financial Overview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06450" y="674370"/>
            <a:ext cx="10920730" cy="5891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Performance Simulation &amp; Analysis (PVsyst)</a:t>
            </a:r>
            <a:endParaRPr lang="en-US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The system was rigorously simulated to account for environmental variables and losses: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Shading Analysis: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3D scene modeling was conducted to identify near-shading losses from surrounding vegetation and structures.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Energy Yield: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The system generates enough power to pump 3,062 m</a:t>
            </a:r>
            <a:r>
              <a:rPr lang="en-US" altLang="en-US" sz="2400" baseline="3000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of water annually.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Efficiency Metrics: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The design achieved a pump efficiency of 32.6% and a Performance Ratio (PR) of 0.661.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Loss Mapping: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Detailed analysis of Ohmic wiring losses, module quality losses, and LID (Light Induced Degradation).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03580" y="995680"/>
            <a:ext cx="11009630" cy="5541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Economic &amp; Environmental Impact</a:t>
            </a:r>
            <a:endParaRPr lang="en-US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Investment: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Total system installation cost is estimated at $2,934.00 USD.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Reliability: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The solar solution successfully covers 84.1% of the total water needs, significantly reducing reliance on expensive diesel fuel.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Sustainability: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Eliminates CO2 emissions associated with diesel pumping while providing a stable water supply for irrigation.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85165" y="492125"/>
            <a:ext cx="10885170" cy="5793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 &amp; Recommendations</a:t>
            </a:r>
            <a:endParaRPr lang="en-US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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The designed system is technically feasible and sustainable.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Solar energy can fully power irrigation needs at the site, reducing operational costs.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Recommended for small to medium-scale farms in high solar irradiation regions.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Next steps: prototype installation, monitoring performance, and potential hybridization with batteries.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The next iteratins could include: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Battery Hybridization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: To allow for pumping during low-irradiance periods or night cycles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Performance Monitoring: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Remote sensing to track real-time flow rates and system health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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3393</Words>
  <Application>WPS Presentation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Microsoft YaHei</vt:lpstr>
      <vt:lpstr>Arial Unicode MS</vt:lpstr>
      <vt:lpstr>Calibri</vt:lpstr>
      <vt:lpstr>Times New Roman</vt:lpstr>
      <vt:lpstr>Wingdings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user</cp:lastModifiedBy>
  <cp:revision>7</cp:revision>
  <dcterms:created xsi:type="dcterms:W3CDTF">2025-07-23T00:59:00Z</dcterms:created>
  <dcterms:modified xsi:type="dcterms:W3CDTF">2026-03-02T12:49:20Z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29B4D405286A4D278C1B7F0E693CD226_11</vt:lpwstr>
  </property>
  <property fmtid="{D5CDD505-2E9C-101B-9397-08002B2CF9AE}" pid="3" name="KSOProductBuildVer">
    <vt:lpwstr>1033-12.2.0.23196</vt:lpwstr>
  </property>
</Properties>
</file>